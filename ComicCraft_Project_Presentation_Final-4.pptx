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</a:defRPr>
            </a:pPr>
            <a:r>
              <a:t>COMICCRAFT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52044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BEBEC8"/>
                </a:solidFill>
              </a:defRPr>
            </a:pPr>
            <a:r>
              <a:t>AI Comic Story Creator using Gemini Models</a:t>
            </a:r>
          </a:p>
          <a:p>
            <a:pPr algn="ctr">
              <a:defRPr sz="2100">
                <a:solidFill>
                  <a:srgbClr val="BEBEC8"/>
                </a:solidFill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1E1E6"/>
                </a:solidFill>
              </a:defRPr>
            </a:pPr>
            <a:r>
              <a:t>EXCEL COLLEGE FOR COMMERCE AND SCIENCE, KOMARAPALAYAM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66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BEBEC8"/>
                </a:solidFill>
              </a:defRPr>
            </a:pPr>
            <a:r>
              <a:t>DEPARTMENT OF INFORMATION TECHNOLOGY  |  B.Sc. INFORMATION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D7D7DC"/>
                </a:solidFill>
              </a:defRPr>
            </a:pPr>
            <a:r>
              <a:t>Team Leader : Mohammed Shajithkhan D</a:t>
            </a:r>
          </a:p>
          <a:p>
            <a:pPr algn="ctr">
              <a:spcAft>
                <a:spcPts val="500"/>
              </a:spcAft>
              <a:defRPr sz="1600">
                <a:solidFill>
                  <a:srgbClr val="D7D7DC"/>
                </a:solidFill>
              </a:defRPr>
            </a:pPr>
            <a:r>
              <a:t>Team Member : Vishva R</a:t>
            </a:r>
          </a:p>
          <a:p>
            <a:pPr algn="ctr">
              <a:spcAft>
                <a:spcPts val="500"/>
              </a:spcAft>
              <a:defRPr sz="1600">
                <a:solidFill>
                  <a:srgbClr val="D7D7DC"/>
                </a:solidFill>
              </a:defRPr>
            </a:pPr>
            <a:r>
              <a:t>Team Member : Meganath E</a:t>
            </a:r>
          </a:p>
          <a:p>
            <a:pPr algn="ctr">
              <a:spcAft>
                <a:spcPts val="500"/>
              </a:spcAft>
              <a:defRPr sz="1600">
                <a:solidFill>
                  <a:srgbClr val="D7D7DC"/>
                </a:solidFill>
              </a:defRPr>
            </a:pPr>
            <a:r>
              <a:t>Team Member : Kavin Kumar V</a:t>
            </a:r>
          </a:p>
          <a:p>
            <a:pPr algn="ctr">
              <a:spcAft>
                <a:spcPts val="500"/>
              </a:spcAft>
              <a:defRPr sz="1600">
                <a:solidFill>
                  <a:srgbClr val="D7D7DC"/>
                </a:solidFill>
              </a:defRPr>
            </a:pPr>
            <a:r>
              <a:t>Team Member : Srisanth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ComicCraft is a web-based AI application for creating personalized comic stories.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Users provide a story idea, character name, setting, tone and art style.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system generates comic panels with narration, dialogue and illustrations.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completed comic can be previewed and exported as a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WHY COMICCRAFT?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Makes comic creation accessible to non-artists and casual users.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Automates story planning, writing and image generation.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Allows users to customize the mood and visual style.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Provides an end-to-end workflow from prompt to downloadable comic.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MAIN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Generate a complete illustrated comic from a plain-language idea.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Customize character, setting, tone and art style.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Create structured panel outlines, narration and dialogue automatically.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Produce a professionally formatted downloadable PDF.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Support both browser-based interaction and JSON API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FastAPI – web application backend and routing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Google Gemini Flash – structured panel outline generation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Google Gemini Pro – narration and dialogue generation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Stable Diffusion / Hugging Face Diffusers – comic illustrations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HTML, CSS and Jinja2 – frontend templates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FPDF – PDF export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Python, PyTorch, venv/pip and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E1E1E6"/>
                </a:solidFill>
              </a:defRPr>
            </a:pPr>
            <a:r>
              <a:t>1. User enters comic details through the browser.</a:t>
            </a:r>
          </a:p>
          <a:p>
            <a:pPr>
              <a:spcAft>
                <a:spcPts val="1300"/>
              </a:spcAft>
              <a:defRPr sz="1800" b="0">
                <a:solidFill>
                  <a:srgbClr val="E1E1E6"/>
                </a:solidFill>
              </a:defRPr>
            </a:pPr>
            <a:r>
              <a:t>2. FastAPI receives the request and starts the generation pipeline.</a:t>
            </a:r>
          </a:p>
          <a:p>
            <a:pPr>
              <a:spcAft>
                <a:spcPts val="1300"/>
              </a:spcAft>
              <a:defRPr sz="1800" b="0">
                <a:solidFill>
                  <a:srgbClr val="E1E1E6"/>
                </a:solidFill>
              </a:defRPr>
            </a:pPr>
            <a:r>
              <a:t>3. Gemini Flash creates the panel outline.</a:t>
            </a:r>
          </a:p>
          <a:p>
            <a:pPr>
              <a:spcAft>
                <a:spcPts val="1300"/>
              </a:spcAft>
              <a:defRPr sz="1800" b="0">
                <a:solidFill>
                  <a:srgbClr val="E1E1E6"/>
                </a:solidFill>
              </a:defRPr>
            </a:pPr>
            <a:r>
              <a:t>4. Gemini Pro develops narration and dialogue.</a:t>
            </a:r>
          </a:p>
          <a:p>
            <a:pPr>
              <a:spcAft>
                <a:spcPts val="1300"/>
              </a:spcAft>
              <a:defRPr sz="1800" b="0">
                <a:solidFill>
                  <a:srgbClr val="E1E1E6"/>
                </a:solidFill>
              </a:defRPr>
            </a:pPr>
            <a:r>
              <a:t>5. Stable Diffusion generates panel illustrations.</a:t>
            </a:r>
          </a:p>
          <a:p>
            <a:pPr>
              <a:spcAft>
                <a:spcPts val="1300"/>
              </a:spcAft>
              <a:defRPr sz="1800" b="0">
                <a:solidFill>
                  <a:srgbClr val="E1E1E6"/>
                </a:solidFill>
              </a:defRPr>
            </a:pPr>
            <a:r>
              <a:t>6. Layout Builder combines images and story content.</a:t>
            </a:r>
          </a:p>
          <a:p>
            <a:pPr>
              <a:spcAft>
                <a:spcPts val="1300"/>
              </a:spcAft>
              <a:defRPr sz="1800" b="0">
                <a:solidFill>
                  <a:srgbClr val="E1E1E6"/>
                </a:solidFill>
              </a:defRPr>
            </a:pPr>
            <a:r>
              <a:t>7. Exporter creates the final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User / Browser → FastAPI Backend → Route Handlers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→ Gemini Flash → Gemini Pro → Stable Diffusion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→ Layout Builder → PDF Exporter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→ Comic Preview → Export Success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design separates frontend, backend routing, AI generation and export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gemini_flash.py – creates a structured 5-panel outline.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gemini_pro.py – expands the outline into narration and dialogue.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image_generator.py – creates comic-style panel images.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layout_builder.py – matches images with titles and story text.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exporters.py – creates the multi-page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comiccraft/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├── app/  → main.py, routes.py, AI and export modules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├── templates/  → index.html, comic_preview.html, export_success.html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├── static/  → panels, exports and fonts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├── requirements.txt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├── .env.example</a:t>
            </a:r>
          </a:p>
          <a:p>
            <a:pPr>
              <a:spcAft>
                <a:spcPts val="1300"/>
              </a:spcAft>
              <a:defRPr sz="1800">
                <a:solidFill>
                  <a:srgbClr val="E1E1E6"/>
                </a:solidFill>
              </a:defRPr>
            </a:pPr>
            <a:r>
              <a:t>└── 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FASTAPI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GET / – loads the homepage and input form.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POST /generate – runs the complete comic generation pipeline.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POST /generate-comic/json – returns layout data and PDF path for API clients.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GET /export-success – shows PDF export confirmation.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GET /test-image – developer utility for testing image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SETUP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Create a Python virtual environment.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Install dependencies using requirements.txt.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Configure GEMINI_API_KEY and HF_API_KEY in the .env file.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Start the application with Uvicorn.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Open the ComicCraft homepage in the browser.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FastAPI also provides interactive API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SAMPLE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Example idea: a brave fox exploring an enchanted forest.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user selects a character name, setting, tone and art style.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Gemini Flash creates the panel plan.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Gemini Pro writes the story content.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Stable Diffusion produces the illustrations.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final result is a personalized comic strip.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OUTPUT &amp; PDF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Each generated panel contains its image and related story content.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Layout Builder organizes the panels into a structured format.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PDF exporter creates a multi-page comic document.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exported file is stored with a timestamped filename.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Users receive an export-success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modular design can be extended with additional functionality.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Possible future additions mentioned in the documentation include: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• User accounts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• Comic libraries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• Multi-page story arcs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ComicCraft combines AI storytelling and image generation in one workflow.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Gemini models handle comic planning and story content.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Stable Diffusion creates the visual panels.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The system provides browser preview and PDF export.</a:t>
            </a:r>
          </a:p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Its modular structure makes the project suitable for future extensions.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87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1E1E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C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